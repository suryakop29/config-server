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Lexend Deca Light"/>
      <p:regular r:id="rId15"/>
      <p:bold r:id="rId16"/>
    </p:embeddedFont>
    <p:embeddedFont>
      <p:font typeface="Source Code Pro Medium"/>
      <p:regular r:id="rId17"/>
      <p:bold r:id="rId18"/>
      <p:italic r:id="rId19"/>
      <p:boldItalic r:id="rId20"/>
    </p:embeddedFont>
    <p:embeddedFont>
      <p:font typeface="Lexend Dec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4udMWMQ8YMGVe6JB6JIdR4Mhf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Medium-boldItalic.fntdata"/><Relationship Id="rId11" Type="http://schemas.openxmlformats.org/officeDocument/2006/relationships/slide" Target="slides/slide5.xml"/><Relationship Id="rId22" Type="http://schemas.openxmlformats.org/officeDocument/2006/relationships/font" Target="fonts/LexendDeca-bold.fntdata"/><Relationship Id="rId10" Type="http://schemas.openxmlformats.org/officeDocument/2006/relationships/slide" Target="slides/slide4.xml"/><Relationship Id="rId21" Type="http://schemas.openxmlformats.org/officeDocument/2006/relationships/font" Target="fonts/LexendDeca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LexendDecaLight-regular.fntdata"/><Relationship Id="rId14" Type="http://schemas.openxmlformats.org/officeDocument/2006/relationships/slide" Target="slides/slide8.xml"/><Relationship Id="rId17" Type="http://schemas.openxmlformats.org/officeDocument/2006/relationships/font" Target="fonts/SourceCodeProMedium-regular.fntdata"/><Relationship Id="rId16" Type="http://schemas.openxmlformats.org/officeDocument/2006/relationships/font" Target="fonts/LexendDecaLight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SourceCodeProMedium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ourceCodePro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Intro_Single line heading, one speaker: Dark 1">
  <p:cSld name="CUSTOM_6_1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2">
            <a:alphaModFix/>
          </a:blip>
          <a:srcRect b="34614" l="33293" r="0" t="0"/>
          <a:stretch/>
        </p:blipFill>
        <p:spPr>
          <a:xfrm flipH="1">
            <a:off x="4569375" y="1780525"/>
            <a:ext cx="4574625" cy="336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5"/>
          <p:cNvPicPr preferRelativeResize="0"/>
          <p:nvPr/>
        </p:nvPicPr>
        <p:blipFill rotWithShape="1">
          <a:blip r:embed="rId3">
            <a:alphaModFix/>
          </a:blip>
          <a:srcRect b="0" l="29873" r="0" t="36768"/>
          <a:stretch/>
        </p:blipFill>
        <p:spPr>
          <a:xfrm rot="5400000">
            <a:off x="4781688" y="188488"/>
            <a:ext cx="4607950" cy="41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/>
          <p:nvPr/>
        </p:nvSpPr>
        <p:spPr>
          <a:xfrm>
            <a:off x="1059851" y="615750"/>
            <a:ext cx="1753800" cy="438900"/>
          </a:xfrm>
          <a:prstGeom prst="roundRect">
            <a:avLst>
              <a:gd fmla="val 50000" name="adj"/>
            </a:avLst>
          </a:prstGeom>
          <a:solidFill>
            <a:srgbClr val="0068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FFFF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13" name="Google Shape;13;p15"/>
          <p:cNvSpPr/>
          <p:nvPr/>
        </p:nvSpPr>
        <p:spPr>
          <a:xfrm>
            <a:off x="541291" y="630405"/>
            <a:ext cx="366716" cy="409567"/>
          </a:xfrm>
          <a:custGeom>
            <a:rect b="b" l="l" r="r" t="t"/>
            <a:pathLst>
              <a:path extrusionOk="0" h="12779" w="11442">
                <a:moveTo>
                  <a:pt x="5714" y="4437"/>
                </a:moveTo>
                <a:cubicBezTo>
                  <a:pt x="5725" y="4437"/>
                  <a:pt x="5736" y="4440"/>
                  <a:pt x="5736" y="4447"/>
                </a:cubicBezTo>
                <a:lnTo>
                  <a:pt x="6021" y="10853"/>
                </a:lnTo>
                <a:lnTo>
                  <a:pt x="6021" y="10867"/>
                </a:lnTo>
                <a:cubicBezTo>
                  <a:pt x="5950" y="10967"/>
                  <a:pt x="5707" y="11181"/>
                  <a:pt x="5707" y="11181"/>
                </a:cubicBezTo>
                <a:cubicBezTo>
                  <a:pt x="5707" y="11181"/>
                  <a:pt x="5479" y="10981"/>
                  <a:pt x="5407" y="10867"/>
                </a:cubicBezTo>
                <a:lnTo>
                  <a:pt x="5407" y="10853"/>
                </a:lnTo>
                <a:lnTo>
                  <a:pt x="5693" y="4447"/>
                </a:lnTo>
                <a:cubicBezTo>
                  <a:pt x="5693" y="4440"/>
                  <a:pt x="5703" y="4437"/>
                  <a:pt x="5714" y="4437"/>
                </a:cubicBezTo>
                <a:close/>
                <a:moveTo>
                  <a:pt x="5709" y="0"/>
                </a:moveTo>
                <a:cubicBezTo>
                  <a:pt x="5703" y="0"/>
                  <a:pt x="5700" y="4"/>
                  <a:pt x="5693" y="11"/>
                </a:cubicBezTo>
                <a:cubicBezTo>
                  <a:pt x="5607" y="154"/>
                  <a:pt x="5136" y="796"/>
                  <a:pt x="4609" y="1423"/>
                </a:cubicBezTo>
                <a:cubicBezTo>
                  <a:pt x="1" y="7286"/>
                  <a:pt x="5336" y="11252"/>
                  <a:pt x="5336" y="11252"/>
                </a:cubicBezTo>
                <a:lnTo>
                  <a:pt x="5393" y="11281"/>
                </a:lnTo>
                <a:cubicBezTo>
                  <a:pt x="5422" y="11894"/>
                  <a:pt x="5536" y="12778"/>
                  <a:pt x="5536" y="12778"/>
                </a:cubicBezTo>
                <a:lnTo>
                  <a:pt x="5921" y="12778"/>
                </a:lnTo>
                <a:cubicBezTo>
                  <a:pt x="5921" y="12778"/>
                  <a:pt x="6035" y="11908"/>
                  <a:pt x="6064" y="11281"/>
                </a:cubicBezTo>
                <a:lnTo>
                  <a:pt x="6121" y="11252"/>
                </a:lnTo>
                <a:cubicBezTo>
                  <a:pt x="6106" y="11252"/>
                  <a:pt x="11442" y="7286"/>
                  <a:pt x="6820" y="1423"/>
                </a:cubicBezTo>
                <a:cubicBezTo>
                  <a:pt x="6278" y="781"/>
                  <a:pt x="5821" y="139"/>
                  <a:pt x="5736" y="11"/>
                </a:cubicBezTo>
                <a:cubicBezTo>
                  <a:pt x="5721" y="4"/>
                  <a:pt x="5714" y="0"/>
                  <a:pt x="5709" y="0"/>
                </a:cubicBezTo>
                <a:close/>
              </a:path>
            </a:pathLst>
          </a:custGeom>
          <a:solidFill>
            <a:srgbClr val="00ED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/>
          <p:nvPr>
            <p:ph type="title"/>
          </p:nvPr>
        </p:nvSpPr>
        <p:spPr>
          <a:xfrm>
            <a:off x="1060704" y="2368296"/>
            <a:ext cx="614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2" type="title"/>
          </p:nvPr>
        </p:nvSpPr>
        <p:spPr>
          <a:xfrm>
            <a:off x="1060704" y="1472184"/>
            <a:ext cx="6144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5"/>
          <p:cNvSpPr txBox="1"/>
          <p:nvPr>
            <p:ph idx="3" type="title"/>
          </p:nvPr>
        </p:nvSpPr>
        <p:spPr>
          <a:xfrm>
            <a:off x="1938525" y="3694175"/>
            <a:ext cx="2191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7" name="Google Shape;17;p15"/>
          <p:cNvSpPr txBox="1"/>
          <p:nvPr>
            <p:ph idx="4" type="title"/>
          </p:nvPr>
        </p:nvSpPr>
        <p:spPr>
          <a:xfrm>
            <a:off x="1286028" y="754890"/>
            <a:ext cx="13050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ource Code Pro Medium"/>
              <a:buNone/>
              <a:defRPr sz="1300">
                <a:solidFill>
                  <a:schemeClr val="l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18" name="Google Shape;18;p15"/>
          <p:cNvSpPr/>
          <p:nvPr>
            <p:ph idx="5" type="pic"/>
          </p:nvPr>
        </p:nvSpPr>
        <p:spPr>
          <a:xfrm>
            <a:off x="1060638" y="3705540"/>
            <a:ext cx="658500" cy="658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392">
          <p15:clr>
            <a:srgbClr val="FA7B17"/>
          </p15:clr>
        </p15:guide>
        <p15:guide id="2" pos="668">
          <p15:clr>
            <a:srgbClr val="FA7B17"/>
          </p15:clr>
        </p15:guide>
        <p15:guide id="3" pos="943">
          <p15:clr>
            <a:srgbClr val="FA7B17"/>
          </p15:clr>
        </p15:guide>
        <p15:guide id="4" pos="1219">
          <p15:clr>
            <a:srgbClr val="FA7B17"/>
          </p15:clr>
        </p15:guide>
        <p15:guide id="5" pos="1496">
          <p15:clr>
            <a:srgbClr val="FA7B17"/>
          </p15:clr>
        </p15:guide>
        <p15:guide id="6" pos="1772">
          <p15:clr>
            <a:srgbClr val="FA7B17"/>
          </p15:clr>
        </p15:guide>
        <p15:guide id="7" pos="2049">
          <p15:clr>
            <a:srgbClr val="FA7B17"/>
          </p15:clr>
        </p15:guide>
        <p15:guide id="8" pos="2325">
          <p15:clr>
            <a:srgbClr val="FA7B17"/>
          </p15:clr>
        </p15:guide>
        <p15:guide id="9" pos="2602">
          <p15:clr>
            <a:srgbClr val="FA7B17"/>
          </p15:clr>
        </p15:guide>
        <p15:guide id="10" pos="2878">
          <p15:clr>
            <a:srgbClr val="FA7B17"/>
          </p15:clr>
        </p15:guide>
        <p15:guide id="11" pos="3155">
          <p15:clr>
            <a:srgbClr val="FA7B17"/>
          </p15:clr>
        </p15:guide>
        <p15:guide id="12" pos="3431">
          <p15:clr>
            <a:srgbClr val="FA7B17"/>
          </p15:clr>
        </p15:guide>
        <p15:guide id="13" pos="3708">
          <p15:clr>
            <a:srgbClr val="FA7B17"/>
          </p15:clr>
        </p15:guide>
        <p15:guide id="14" pos="3984">
          <p15:clr>
            <a:srgbClr val="FA7B17"/>
          </p15:clr>
        </p15:guide>
        <p15:guide id="15" pos="4261">
          <p15:clr>
            <a:srgbClr val="FA7B17"/>
          </p15:clr>
        </p15:guide>
        <p15:guide id="16" pos="4537">
          <p15:clr>
            <a:srgbClr val="FA7B17"/>
          </p15:clr>
        </p15:guide>
        <p15:guide id="17" pos="4814">
          <p15:clr>
            <a:srgbClr val="FA7B17"/>
          </p15:clr>
        </p15:guide>
        <p15:guide id="18" pos="5090">
          <p15:clr>
            <a:srgbClr val="FA7B17"/>
          </p15:clr>
        </p15:guide>
        <p15:guide id="19" pos="5367">
          <p15:clr>
            <a:srgbClr val="FA7B17"/>
          </p15:clr>
        </p15:guide>
        <p15:guide id="20" orient="horz" pos="388">
          <p15:clr>
            <a:srgbClr val="FA7B17"/>
          </p15:clr>
        </p15:guide>
        <p15:guide id="21" orient="horz" pos="204">
          <p15:clr>
            <a:srgbClr val="FA7B17"/>
          </p15:clr>
        </p15:guide>
        <p15:guide id="22" orient="horz" pos="2795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Body_Centered title, blank: Light">
  <p:cSld name="CUSTOM_6_1_1_1_1_1_1_1_1_1_1_1_1_1_1_1_1_1_1_1_1_1_1_1_1_1_1_1_3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1063125" y="615750"/>
            <a:ext cx="70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8"/>
          <p:cNvSpPr/>
          <p:nvPr/>
        </p:nvSpPr>
        <p:spPr>
          <a:xfrm>
            <a:off x="8471052" y="323925"/>
            <a:ext cx="261505" cy="291836"/>
          </a:xfrm>
          <a:custGeom>
            <a:rect b="b" l="l" r="r" t="t"/>
            <a:pathLst>
              <a:path extrusionOk="0" h="12797" w="11467">
                <a:moveTo>
                  <a:pt x="5739" y="4453"/>
                </a:moveTo>
                <a:cubicBezTo>
                  <a:pt x="5745" y="4453"/>
                  <a:pt x="5751" y="4456"/>
                  <a:pt x="5751" y="4462"/>
                </a:cubicBezTo>
                <a:lnTo>
                  <a:pt x="6037" y="10868"/>
                </a:lnTo>
                <a:lnTo>
                  <a:pt x="6037" y="10880"/>
                </a:lnTo>
                <a:cubicBezTo>
                  <a:pt x="5977" y="10987"/>
                  <a:pt x="5739" y="11189"/>
                  <a:pt x="5739" y="11189"/>
                </a:cubicBezTo>
                <a:cubicBezTo>
                  <a:pt x="5739" y="11189"/>
                  <a:pt x="5501" y="10975"/>
                  <a:pt x="5442" y="10880"/>
                </a:cubicBezTo>
                <a:lnTo>
                  <a:pt x="5442" y="10868"/>
                </a:lnTo>
                <a:lnTo>
                  <a:pt x="5727" y="4462"/>
                </a:lnTo>
                <a:cubicBezTo>
                  <a:pt x="5727" y="4456"/>
                  <a:pt x="5733" y="4453"/>
                  <a:pt x="5739" y="4453"/>
                </a:cubicBezTo>
                <a:close/>
                <a:moveTo>
                  <a:pt x="5729" y="0"/>
                </a:moveTo>
                <a:cubicBezTo>
                  <a:pt x="5722" y="0"/>
                  <a:pt x="5716" y="3"/>
                  <a:pt x="5716" y="9"/>
                </a:cubicBezTo>
                <a:cubicBezTo>
                  <a:pt x="5632" y="152"/>
                  <a:pt x="5168" y="795"/>
                  <a:pt x="4620" y="1426"/>
                </a:cubicBezTo>
                <a:cubicBezTo>
                  <a:pt x="1" y="7308"/>
                  <a:pt x="5346" y="11284"/>
                  <a:pt x="5346" y="11284"/>
                </a:cubicBezTo>
                <a:lnTo>
                  <a:pt x="5394" y="11308"/>
                </a:lnTo>
                <a:cubicBezTo>
                  <a:pt x="5442" y="11915"/>
                  <a:pt x="5525" y="12796"/>
                  <a:pt x="5525" y="12796"/>
                </a:cubicBezTo>
                <a:lnTo>
                  <a:pt x="5918" y="12796"/>
                </a:lnTo>
                <a:cubicBezTo>
                  <a:pt x="5918" y="12796"/>
                  <a:pt x="6013" y="11915"/>
                  <a:pt x="6049" y="11308"/>
                </a:cubicBezTo>
                <a:lnTo>
                  <a:pt x="6097" y="11284"/>
                </a:lnTo>
                <a:cubicBezTo>
                  <a:pt x="6120" y="11261"/>
                  <a:pt x="11466" y="7308"/>
                  <a:pt x="6859" y="1426"/>
                </a:cubicBezTo>
                <a:cubicBezTo>
                  <a:pt x="6323" y="783"/>
                  <a:pt x="5858" y="152"/>
                  <a:pt x="5751" y="9"/>
                </a:cubicBezTo>
                <a:cubicBezTo>
                  <a:pt x="5745" y="3"/>
                  <a:pt x="5736" y="0"/>
                  <a:pt x="572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2">
          <p15:clr>
            <a:srgbClr val="FA7B17"/>
          </p15:clr>
        </p15:guide>
        <p15:guide id="2" pos="668">
          <p15:clr>
            <a:srgbClr val="FA7B17"/>
          </p15:clr>
        </p15:guide>
        <p15:guide id="3" pos="943">
          <p15:clr>
            <a:srgbClr val="FA7B17"/>
          </p15:clr>
        </p15:guide>
        <p15:guide id="4" pos="1219">
          <p15:clr>
            <a:srgbClr val="FA7B17"/>
          </p15:clr>
        </p15:guide>
        <p15:guide id="5" pos="1496">
          <p15:clr>
            <a:srgbClr val="FA7B17"/>
          </p15:clr>
        </p15:guide>
        <p15:guide id="6" pos="1772">
          <p15:clr>
            <a:srgbClr val="FA7B17"/>
          </p15:clr>
        </p15:guide>
        <p15:guide id="7" pos="2049">
          <p15:clr>
            <a:srgbClr val="FA7B17"/>
          </p15:clr>
        </p15:guide>
        <p15:guide id="8" pos="2325">
          <p15:clr>
            <a:srgbClr val="FA7B17"/>
          </p15:clr>
        </p15:guide>
        <p15:guide id="9" pos="2602">
          <p15:clr>
            <a:srgbClr val="FA7B17"/>
          </p15:clr>
        </p15:guide>
        <p15:guide id="10" pos="2878">
          <p15:clr>
            <a:srgbClr val="FA7B17"/>
          </p15:clr>
        </p15:guide>
        <p15:guide id="11" pos="3155">
          <p15:clr>
            <a:srgbClr val="FA7B17"/>
          </p15:clr>
        </p15:guide>
        <p15:guide id="12" pos="3431">
          <p15:clr>
            <a:srgbClr val="FA7B17"/>
          </p15:clr>
        </p15:guide>
        <p15:guide id="13" pos="3708">
          <p15:clr>
            <a:srgbClr val="FA7B17"/>
          </p15:clr>
        </p15:guide>
        <p15:guide id="14" pos="3984">
          <p15:clr>
            <a:srgbClr val="FA7B17"/>
          </p15:clr>
        </p15:guide>
        <p15:guide id="15" pos="4261">
          <p15:clr>
            <a:srgbClr val="FA7B17"/>
          </p15:clr>
        </p15:guide>
        <p15:guide id="16" pos="4537">
          <p15:clr>
            <a:srgbClr val="FA7B17"/>
          </p15:clr>
        </p15:guide>
        <p15:guide id="17" pos="4814">
          <p15:clr>
            <a:srgbClr val="FA7B17"/>
          </p15:clr>
        </p15:guide>
        <p15:guide id="18" pos="5090">
          <p15:clr>
            <a:srgbClr val="FA7B17"/>
          </p15:clr>
        </p15:guide>
        <p15:guide id="19" pos="5367">
          <p15:clr>
            <a:srgbClr val="FA7B17"/>
          </p15:clr>
        </p15:guide>
        <p15:guide id="20" orient="horz" pos="388">
          <p15:clr>
            <a:srgbClr val="FA7B17"/>
          </p15:clr>
        </p15:guide>
        <p15:guide id="21" orient="horz" pos="204">
          <p15:clr>
            <a:srgbClr val="FA7B17"/>
          </p15:clr>
        </p15:guide>
        <p15:guide id="22" orient="horz" pos="2795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.2 Intro_Agenda: Dark">
  <p:cSld name="CUSTOM_6_1_1_1_1_1_1_1_1_1_1_1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7"/>
          <p:cNvPicPr preferRelativeResize="0"/>
          <p:nvPr/>
        </p:nvPicPr>
        <p:blipFill rotWithShape="1">
          <a:blip r:embed="rId2">
            <a:alphaModFix/>
          </a:blip>
          <a:srcRect b="60913" l="0" r="15368" t="0"/>
          <a:stretch/>
        </p:blipFill>
        <p:spPr>
          <a:xfrm rot="-5400000">
            <a:off x="5375869" y="1390687"/>
            <a:ext cx="5168350" cy="23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7"/>
          <p:cNvPicPr preferRelativeResize="0"/>
          <p:nvPr/>
        </p:nvPicPr>
        <p:blipFill rotWithShape="1">
          <a:blip r:embed="rId3">
            <a:alphaModFix/>
          </a:blip>
          <a:srcRect b="29283" l="0" r="65371" t="0"/>
          <a:stretch/>
        </p:blipFill>
        <p:spPr>
          <a:xfrm flipH="1">
            <a:off x="0" y="1531150"/>
            <a:ext cx="2374825" cy="36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7"/>
          <p:cNvPicPr preferRelativeResize="0"/>
          <p:nvPr/>
        </p:nvPicPr>
        <p:blipFill rotWithShape="1">
          <a:blip r:embed="rId4">
            <a:alphaModFix/>
          </a:blip>
          <a:srcRect b="56788" l="30111" r="0" t="0"/>
          <a:stretch/>
        </p:blipFill>
        <p:spPr>
          <a:xfrm rot="5400000">
            <a:off x="-905000" y="866897"/>
            <a:ext cx="4592225" cy="283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7"/>
          <p:cNvSpPr/>
          <p:nvPr/>
        </p:nvSpPr>
        <p:spPr>
          <a:xfrm>
            <a:off x="8471052" y="323925"/>
            <a:ext cx="261505" cy="291836"/>
          </a:xfrm>
          <a:custGeom>
            <a:rect b="b" l="l" r="r" t="t"/>
            <a:pathLst>
              <a:path extrusionOk="0" h="12797" w="11467">
                <a:moveTo>
                  <a:pt x="5739" y="4453"/>
                </a:moveTo>
                <a:cubicBezTo>
                  <a:pt x="5745" y="4453"/>
                  <a:pt x="5751" y="4456"/>
                  <a:pt x="5751" y="4462"/>
                </a:cubicBezTo>
                <a:lnTo>
                  <a:pt x="6037" y="10868"/>
                </a:lnTo>
                <a:lnTo>
                  <a:pt x="6037" y="10880"/>
                </a:lnTo>
                <a:cubicBezTo>
                  <a:pt x="5977" y="10987"/>
                  <a:pt x="5739" y="11189"/>
                  <a:pt x="5739" y="11189"/>
                </a:cubicBezTo>
                <a:cubicBezTo>
                  <a:pt x="5739" y="11189"/>
                  <a:pt x="5501" y="10975"/>
                  <a:pt x="5442" y="10880"/>
                </a:cubicBezTo>
                <a:lnTo>
                  <a:pt x="5442" y="10868"/>
                </a:lnTo>
                <a:lnTo>
                  <a:pt x="5727" y="4462"/>
                </a:lnTo>
                <a:cubicBezTo>
                  <a:pt x="5727" y="4456"/>
                  <a:pt x="5733" y="4453"/>
                  <a:pt x="5739" y="4453"/>
                </a:cubicBezTo>
                <a:close/>
                <a:moveTo>
                  <a:pt x="5729" y="0"/>
                </a:moveTo>
                <a:cubicBezTo>
                  <a:pt x="5722" y="0"/>
                  <a:pt x="5716" y="3"/>
                  <a:pt x="5716" y="9"/>
                </a:cubicBezTo>
                <a:cubicBezTo>
                  <a:pt x="5632" y="152"/>
                  <a:pt x="5168" y="795"/>
                  <a:pt x="4620" y="1426"/>
                </a:cubicBezTo>
                <a:cubicBezTo>
                  <a:pt x="1" y="7308"/>
                  <a:pt x="5346" y="11284"/>
                  <a:pt x="5346" y="11284"/>
                </a:cubicBezTo>
                <a:lnTo>
                  <a:pt x="5394" y="11308"/>
                </a:lnTo>
                <a:cubicBezTo>
                  <a:pt x="5442" y="11915"/>
                  <a:pt x="5525" y="12796"/>
                  <a:pt x="5525" y="12796"/>
                </a:cubicBezTo>
                <a:lnTo>
                  <a:pt x="5918" y="12796"/>
                </a:lnTo>
                <a:cubicBezTo>
                  <a:pt x="5918" y="12796"/>
                  <a:pt x="6013" y="11915"/>
                  <a:pt x="6049" y="11308"/>
                </a:cubicBezTo>
                <a:lnTo>
                  <a:pt x="6097" y="11284"/>
                </a:lnTo>
                <a:cubicBezTo>
                  <a:pt x="6120" y="11261"/>
                  <a:pt x="11466" y="7308"/>
                  <a:pt x="6859" y="1426"/>
                </a:cubicBezTo>
                <a:cubicBezTo>
                  <a:pt x="6323" y="783"/>
                  <a:pt x="5858" y="152"/>
                  <a:pt x="5751" y="9"/>
                </a:cubicBezTo>
                <a:cubicBezTo>
                  <a:pt x="5745" y="3"/>
                  <a:pt x="5736" y="0"/>
                  <a:pt x="572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7"/>
          <p:cNvSpPr txBox="1"/>
          <p:nvPr/>
        </p:nvSpPr>
        <p:spPr>
          <a:xfrm>
            <a:off x="3691550" y="615750"/>
            <a:ext cx="176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 txBox="1"/>
          <p:nvPr>
            <p:ph type="title"/>
          </p:nvPr>
        </p:nvSpPr>
        <p:spPr>
          <a:xfrm>
            <a:off x="3694175" y="1609350"/>
            <a:ext cx="4389000" cy="28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lvl="1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lvl="2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lvl="3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lvl="4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lvl="5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lvl="6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lvl="7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lvl="8" algn="l">
              <a:lnSpc>
                <a:spcPct val="130000"/>
              </a:lnSpc>
              <a:spcBef>
                <a:spcPts val="1500"/>
              </a:spcBef>
              <a:spcAft>
                <a:spcPts val="15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2">
          <p15:clr>
            <a:srgbClr val="FA7B17"/>
          </p15:clr>
        </p15:guide>
        <p15:guide id="2" pos="668">
          <p15:clr>
            <a:srgbClr val="FA7B17"/>
          </p15:clr>
        </p15:guide>
        <p15:guide id="3" pos="943">
          <p15:clr>
            <a:srgbClr val="FA7B17"/>
          </p15:clr>
        </p15:guide>
        <p15:guide id="4" pos="1219">
          <p15:clr>
            <a:srgbClr val="FA7B17"/>
          </p15:clr>
        </p15:guide>
        <p15:guide id="5" pos="1496">
          <p15:clr>
            <a:srgbClr val="FA7B17"/>
          </p15:clr>
        </p15:guide>
        <p15:guide id="6" pos="1772">
          <p15:clr>
            <a:srgbClr val="FA7B17"/>
          </p15:clr>
        </p15:guide>
        <p15:guide id="7" pos="2049">
          <p15:clr>
            <a:srgbClr val="FA7B17"/>
          </p15:clr>
        </p15:guide>
        <p15:guide id="8" pos="2325">
          <p15:clr>
            <a:srgbClr val="FA7B17"/>
          </p15:clr>
        </p15:guide>
        <p15:guide id="9" pos="2602">
          <p15:clr>
            <a:srgbClr val="FA7B17"/>
          </p15:clr>
        </p15:guide>
        <p15:guide id="10" pos="2878">
          <p15:clr>
            <a:srgbClr val="FA7B17"/>
          </p15:clr>
        </p15:guide>
        <p15:guide id="11" pos="3155">
          <p15:clr>
            <a:srgbClr val="FA7B17"/>
          </p15:clr>
        </p15:guide>
        <p15:guide id="12" pos="3431">
          <p15:clr>
            <a:srgbClr val="FA7B17"/>
          </p15:clr>
        </p15:guide>
        <p15:guide id="13" pos="3708">
          <p15:clr>
            <a:srgbClr val="FA7B17"/>
          </p15:clr>
        </p15:guide>
        <p15:guide id="14" pos="3984">
          <p15:clr>
            <a:srgbClr val="FA7B17"/>
          </p15:clr>
        </p15:guide>
        <p15:guide id="15" pos="4261">
          <p15:clr>
            <a:srgbClr val="FA7B17"/>
          </p15:clr>
        </p15:guide>
        <p15:guide id="16" pos="4537">
          <p15:clr>
            <a:srgbClr val="FA7B17"/>
          </p15:clr>
        </p15:guide>
        <p15:guide id="17" pos="4814">
          <p15:clr>
            <a:srgbClr val="FA7B17"/>
          </p15:clr>
        </p15:guide>
        <p15:guide id="18" pos="5090">
          <p15:clr>
            <a:srgbClr val="FA7B17"/>
          </p15:clr>
        </p15:guide>
        <p15:guide id="19" pos="5367">
          <p15:clr>
            <a:srgbClr val="FA7B17"/>
          </p15:clr>
        </p15:guide>
        <p15:guide id="20" orient="horz" pos="388">
          <p15:clr>
            <a:srgbClr val="FA7B17"/>
          </p15:clr>
        </p15:guide>
        <p15:guide id="21" orient="horz" pos="204">
          <p15:clr>
            <a:srgbClr val="FA7B17"/>
          </p15:clr>
        </p15:guide>
        <p15:guide id="22" orient="horz" pos="2795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 Light"/>
              <a:buChar char="●"/>
              <a:defRPr b="0" i="0" sz="18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●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●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Deca Light"/>
              <a:buChar char="●"/>
              <a:defRPr b="0" i="0" sz="18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●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●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 b="0" i="0" sz="14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>
            <p:ph idx="2" type="title"/>
          </p:nvPr>
        </p:nvSpPr>
        <p:spPr>
          <a:xfrm>
            <a:off x="1060700" y="1472175"/>
            <a:ext cx="66906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MongoDB SI Certification Presentation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>
            <p:ph idx="3" type="title"/>
          </p:nvPr>
        </p:nvSpPr>
        <p:spPr>
          <a:xfrm>
            <a:off x="1059850" y="3878975"/>
            <a:ext cx="2191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>
                <a:latin typeface="Lexend Deca"/>
                <a:ea typeface="Lexend Deca"/>
                <a:cs typeface="Lexend Deca"/>
                <a:sym typeface="Lexend Deca"/>
              </a:rPr>
              <a:t>Name</a:t>
            </a:r>
            <a:br>
              <a:rPr lang="en"/>
            </a:br>
            <a:r>
              <a:rPr lang="en"/>
              <a:t>Role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Company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Date </a:t>
            </a:r>
            <a:endParaRPr/>
          </a:p>
        </p:txBody>
      </p:sp>
      <p:sp>
        <p:nvSpPr>
          <p:cNvPr id="39" name="Google Shape;39;p1"/>
          <p:cNvSpPr txBox="1"/>
          <p:nvPr>
            <p:ph idx="4" type="title"/>
          </p:nvPr>
        </p:nvSpPr>
        <p:spPr>
          <a:xfrm>
            <a:off x="1286028" y="754890"/>
            <a:ext cx="13050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WELCOME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/>
          <p:nvPr>
            <p:ph type="title"/>
          </p:nvPr>
        </p:nvSpPr>
        <p:spPr>
          <a:xfrm>
            <a:off x="3509025" y="1244775"/>
            <a:ext cx="4389000" cy="3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Customer Overview 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Use-case Description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Problem Statement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3 Whys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Current Architecture Landscape</a:t>
            </a:r>
            <a:endParaRPr sz="1800"/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Proposed Architecture Landscape 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063350" y="615750"/>
            <a:ext cx="70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Customer Overview</a:t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560575" y="1473175"/>
            <a:ext cx="781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This is a brief introduction to the customer, the vertical and what their business does.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1063350" y="615750"/>
            <a:ext cx="70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Use Case Description</a:t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560575" y="1473175"/>
            <a:ext cx="781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What is the use case? What is it that this application does? What is the purpose of this application?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>
            <p:ph type="title"/>
          </p:nvPr>
        </p:nvSpPr>
        <p:spPr>
          <a:xfrm>
            <a:off x="1063350" y="615750"/>
            <a:ext cx="70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Problem Statement</a:t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60575" y="1473175"/>
            <a:ext cx="781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What is the overall problem that we are trying to solve? What are the negative consequences of this problem?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Some examples are: 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Is the company losing revenue?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Is the company losing customers? 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>
            <p:ph type="title"/>
          </p:nvPr>
        </p:nvSpPr>
        <p:spPr>
          <a:xfrm>
            <a:off x="1063350" y="615750"/>
            <a:ext cx="70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3 Whys</a:t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560575" y="1473175"/>
            <a:ext cx="781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Why do anything?</a:t>
            </a:r>
            <a:endParaRPr b="1" i="0" sz="1700" u="none" cap="none" strike="noStrik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Why should we do anything to solve this business problem?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Why Now? </a:t>
            </a:r>
            <a:endParaRPr b="1" i="0" sz="1700" u="none" cap="none" strike="noStrik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If we don’t solve this problem right now, what would the consequences be?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1" i="0" lang="en" sz="1700" u="none" cap="none" strike="noStrik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Why MongoDB?</a:t>
            </a:r>
            <a:endParaRPr b="1" i="0" sz="1700" u="none" cap="none" strike="noStrik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Why is MongoDB a good fit to solve this problem now?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title"/>
          </p:nvPr>
        </p:nvSpPr>
        <p:spPr>
          <a:xfrm>
            <a:off x="1063350" y="615750"/>
            <a:ext cx="70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Current Architecture</a:t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560575" y="1870050"/>
            <a:ext cx="781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This is a BEFORE architecture diagram showing the current state architecture.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 description of the current architecture and the tech stack involved.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1063350" y="615750"/>
            <a:ext cx="70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Proposed Architecture</a:t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chemeClr val="lt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560575" y="1870050"/>
            <a:ext cx="781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This is an AFTER architecture diagram showing the proposed architecture with MongoDB.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rPr b="0" i="0" lang="en" sz="1700" u="none" cap="none" strike="noStrike"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rPr>
              <a:t>A description of the architecture with MongoDB and the tech stack involved.</a:t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  <a:p>
            <a:pPr indent="0" lvl="0" marL="1016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Light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exend Deca Light"/>
              <a:ea typeface="Lexend Deca Light"/>
              <a:cs typeface="Lexend Deca Light"/>
              <a:sym typeface="Lexend Deca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ngoDB Presentation Template">
  <a:themeElements>
    <a:clrScheme name="Simple Light">
      <a:dk1>
        <a:srgbClr val="001E2B"/>
      </a:dk1>
      <a:lt1>
        <a:srgbClr val="FFFFFF"/>
      </a:lt1>
      <a:dk2>
        <a:srgbClr val="00ED64"/>
      </a:dk2>
      <a:lt2>
        <a:srgbClr val="00684A"/>
      </a:lt2>
      <a:accent1>
        <a:srgbClr val="023430"/>
      </a:accent1>
      <a:accent2>
        <a:srgbClr val="E3FCF7"/>
      </a:accent2>
      <a:accent3>
        <a:srgbClr val="F9EBFF"/>
      </a:accent3>
      <a:accent4>
        <a:srgbClr val="E9FF99"/>
      </a:accent4>
      <a:accent5>
        <a:srgbClr val="00D2FF"/>
      </a:accent5>
      <a:accent6>
        <a:srgbClr val="006EFF"/>
      </a:accent6>
      <a:hlink>
        <a:srgbClr val="0068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ngoDB Presentation Template">
  <a:themeElements>
    <a:clrScheme name="Simple Light">
      <a:dk1>
        <a:srgbClr val="001E2B"/>
      </a:dk1>
      <a:lt1>
        <a:srgbClr val="FFFFFF"/>
      </a:lt1>
      <a:dk2>
        <a:srgbClr val="00ED64"/>
      </a:dk2>
      <a:lt2>
        <a:srgbClr val="00684A"/>
      </a:lt2>
      <a:accent1>
        <a:srgbClr val="023430"/>
      </a:accent1>
      <a:accent2>
        <a:srgbClr val="E3FCF7"/>
      </a:accent2>
      <a:accent3>
        <a:srgbClr val="F9EBFF"/>
      </a:accent3>
      <a:accent4>
        <a:srgbClr val="E9FF99"/>
      </a:accent4>
      <a:accent5>
        <a:srgbClr val="00D2FF"/>
      </a:accent5>
      <a:accent6>
        <a:srgbClr val="006EFF"/>
      </a:accent6>
      <a:hlink>
        <a:srgbClr val="0068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