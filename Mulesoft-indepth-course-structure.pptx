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>
        <p:scale>
          <a:sx n="79" d="100"/>
          <a:sy n="79" d="100"/>
        </p:scale>
        <p:origin x="17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AB69E-228D-4B46-8D2C-991D11B6D9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B4E6A-F39E-49CD-BDC6-4AD11D7E7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E367D-FE5D-4417-B57D-266BF5500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A5109-D517-4CA4-876B-045A43CBE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F21EB-2D62-4811-B4B5-7AB84FC7E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68355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C47B-CD0B-4360-A7DD-7E811B20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12156-BA66-4E33-9542-255D43D54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9608A-5DBC-4EB8-9A8B-F9A58A2AC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6212-5231-47FF-9BEA-ECE1C4E0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954D-E221-4C8C-894E-D303DDA52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0531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F81F-0EFC-4FE4-8BC5-C4BC31395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374EF-8CBA-4494-9A23-9240C52BB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0BA08-2759-48CA-978A-15281467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F6F40-4DCA-4877-A1F5-6B67BE4BA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45A71-FD77-4AFB-A02E-A3BDE638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9119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CE97-4A8D-4ED8-8FBB-8EBDC7007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53C9A-296F-4B22-A09F-2F5ED8A9D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04A1B-7E7F-4F11-A278-06AF8FA1A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7FB82-0E8E-4CC5-A6CE-D96E96195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2357A-F603-468A-8B10-A9EEA432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24A3A-2BF2-408D-B939-042098AA9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9164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421A7-2D0B-448F-BEA4-D5762821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C5521-1C00-4A04-B3B0-C1022D6D2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143AE1-B8CB-42CA-AD70-33EE18D65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4F76E-4995-42A5-8085-8EC41A4A6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AEFBFB-83A6-45D2-BB99-5E532BE33C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64B03-3DF3-4E80-A59A-FA3868A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C745CC-F298-4371-B8CC-F2493FE17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A1AD1-B500-4A27-9CB8-62868ECF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6759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D3D0-2C41-4A1D-8DED-34DBD94F4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273A4-BDFF-4641-A923-A057F902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A91218-F00A-43B4-8E20-01BBC6AD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F5C227-A474-414B-B4B0-272E5DCDA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102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BB11D-BA1D-4066-8362-9B6F9511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DB91A-DB16-4322-BC3E-79D7AFD2F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7CF5F-60FE-471A-8312-E4F66BDB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902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8EA8-72DD-44A3-B032-558034585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BA40-F1AF-4469-A395-EFBC86C6C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15DB4D-4795-477F-97F9-CBA70F6D6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3D7AF-B4FB-4D1E-9D91-31A62B396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CF6B4-D6D3-40E2-BD49-F100F387D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EFFEC-CC47-4AAA-8B03-0A344ABA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3912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C2FF-0344-42CF-8E4C-E1BA04B9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527DB-AE2B-45BC-A13C-D0093D8FBC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C5CCB-27D1-47FE-96C6-666C223B2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A3FBA-E652-4B0E-A721-FF78B73A3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F9E04-D222-4545-91BC-4ADC4EB5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EE18A-4C48-4A7B-875D-50400200A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931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2DAE3-7D9D-4188-BC27-036559FBF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3F0D37-0BC5-4D5D-8D26-E413F624E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1D1A8-F8E9-44A3-8777-6735BCEDB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CB73F-18D4-49C1-9B88-4CA76C6D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DF216-7B5E-426C-A239-E1324724D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351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156CF-1E04-402D-AB09-8F717881DC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4BB6F-A829-4604-AA37-44403896D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B0A55-EECB-4515-892F-5A1CB0AA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C9982-3AF9-40C9-9368-E00CE993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1877-1E74-46FF-9E97-C1E1CC7F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6031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EFF193-00EA-4B3D-B652-E4E0AF6F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D9ADC-4A32-4783-A11D-6A4135373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B0D21-86E8-454E-A029-952FE4409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7C81D-A16E-454C-9A47-23BD7FED1662}" type="datetimeFigureOut">
              <a:rPr lang="en-SG" smtClean="0"/>
              <a:t>8/1/2022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9E858-EDDA-4317-A013-032B6553C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197B9-59E4-4D8D-AE4D-2C201B4AC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3ABCC-125C-40D9-920E-B341E8E8E09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8737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B06E70-7153-4D14-998E-06DBA400F27D}"/>
              </a:ext>
            </a:extLst>
          </p:cNvPr>
          <p:cNvSpPr/>
          <p:nvPr/>
        </p:nvSpPr>
        <p:spPr>
          <a:xfrm>
            <a:off x="838200" y="3835826"/>
            <a:ext cx="2341418" cy="900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Dataweave DW 2.0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3C92D-B097-4501-9531-B0C51FB2DAE3}"/>
              </a:ext>
            </a:extLst>
          </p:cNvPr>
          <p:cNvSpPr/>
          <p:nvPr/>
        </p:nvSpPr>
        <p:spPr>
          <a:xfrm>
            <a:off x="838200" y="1624625"/>
            <a:ext cx="2341418" cy="900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Anypoint Studio</a:t>
            </a:r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5C12AA-8DA9-4333-9E69-A848A0268AD1}"/>
              </a:ext>
            </a:extLst>
          </p:cNvPr>
          <p:cNvSpPr/>
          <p:nvPr/>
        </p:nvSpPr>
        <p:spPr>
          <a:xfrm>
            <a:off x="838200" y="4862946"/>
            <a:ext cx="2341418" cy="900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Munit</a:t>
            </a:r>
            <a:r>
              <a:rPr lang="en-US" dirty="0"/>
              <a:t> Test Recorder</a:t>
            </a:r>
            <a:endParaRPr lang="en-SG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1A1566-F0E1-49D9-9B06-13AD16CA0F2C}"/>
              </a:ext>
            </a:extLst>
          </p:cNvPr>
          <p:cNvSpPr/>
          <p:nvPr/>
        </p:nvSpPr>
        <p:spPr>
          <a:xfrm>
            <a:off x="838200" y="5888181"/>
            <a:ext cx="2341418" cy="90054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Architecture</a:t>
            </a:r>
            <a:endParaRPr lang="en-SG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DE7BD4-2804-4857-8F6C-807939A2DAFD}"/>
              </a:ext>
            </a:extLst>
          </p:cNvPr>
          <p:cNvSpPr txBox="1"/>
          <p:nvPr/>
        </p:nvSpPr>
        <p:spPr>
          <a:xfrm>
            <a:off x="3893128" y="401564"/>
            <a:ext cx="7848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14+ hours demo based (42+ lectures demo based video)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Suitable for MuleSoft intermediate, consultants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SG" sz="1400" dirty="0"/>
              <a:t>For questions, use the messaging option or Q&amp;A sections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SG" sz="1400" dirty="0"/>
              <a:t>After watching each demo based video, try the same thing in your system.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463B55B-CB7A-454E-A378-AA7A36AD6DBC}"/>
              </a:ext>
            </a:extLst>
          </p:cNvPr>
          <p:cNvSpPr txBox="1"/>
          <p:nvPr/>
        </p:nvSpPr>
        <p:spPr>
          <a:xfrm>
            <a:off x="3311237" y="65857"/>
            <a:ext cx="8700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MuleSoft Anypoint Studio for Developers | Mule 4 </a:t>
            </a:r>
            <a:r>
              <a:rPr lang="en-US" b="1" dirty="0" err="1"/>
              <a:t>Indepth</a:t>
            </a:r>
            <a:r>
              <a:rPr lang="en-US" b="1" dirty="0"/>
              <a:t> MCD – version Mule4</a:t>
            </a:r>
            <a:endParaRPr lang="en-SG" b="1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33DC04-0EE1-4915-885B-FB66ADA35A14}"/>
              </a:ext>
            </a:extLst>
          </p:cNvPr>
          <p:cNvSpPr/>
          <p:nvPr/>
        </p:nvSpPr>
        <p:spPr>
          <a:xfrm>
            <a:off x="4433453" y="3891246"/>
            <a:ext cx="2466108" cy="900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19+ Videos which covers Dataweave coding</a:t>
            </a:r>
            <a:endParaRPr lang="en-SG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5FEEA63-AFDF-49BB-9276-21906D51F15C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131127" y="4332830"/>
            <a:ext cx="1302326" cy="8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548BC-93E4-41E0-94FB-3D6FE26EDF31}"/>
              </a:ext>
            </a:extLst>
          </p:cNvPr>
          <p:cNvSpPr/>
          <p:nvPr/>
        </p:nvSpPr>
        <p:spPr>
          <a:xfrm>
            <a:off x="4433454" y="1624624"/>
            <a:ext cx="2466109" cy="7722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Apply coding conventions, expose as HTTPS, JSON logger </a:t>
            </a:r>
            <a:endParaRPr lang="en-SG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12318B-6649-4856-8FCE-0461B67F059A}"/>
              </a:ext>
            </a:extLst>
          </p:cNvPr>
          <p:cNvSpPr txBox="1"/>
          <p:nvPr/>
        </p:nvSpPr>
        <p:spPr>
          <a:xfrm>
            <a:off x="7058890" y="3886873"/>
            <a:ext cx="50707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Arrays, Objects, Map, Simple expressions, Functions, Zip, unzip, flatten, selectors, filters, pattern matching, construct an object, join, mask, parse, if else, externalize </a:t>
            </a:r>
            <a:r>
              <a:rPr lang="en-US" sz="1400" dirty="0" err="1"/>
              <a:t>dw</a:t>
            </a:r>
            <a:r>
              <a:rPr lang="en-US" sz="1400" dirty="0"/>
              <a:t> scripts and other.</a:t>
            </a:r>
            <a:endParaRPr lang="en-SG" sz="1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4D03B6-AA57-4F20-A7B6-61598DE02ED5}"/>
              </a:ext>
            </a:extLst>
          </p:cNvPr>
          <p:cNvSpPr/>
          <p:nvPr/>
        </p:nvSpPr>
        <p:spPr>
          <a:xfrm>
            <a:off x="4433453" y="2481083"/>
            <a:ext cx="2466109" cy="605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Maven, </a:t>
            </a:r>
            <a:r>
              <a:rPr lang="en-US" dirty="0" err="1"/>
              <a:t>Github</a:t>
            </a:r>
            <a:r>
              <a:rPr lang="en-US" dirty="0"/>
              <a:t> CI CD, Secure configuration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25303BD-63B9-4269-B5B5-813B34CEB190}"/>
              </a:ext>
            </a:extLst>
          </p:cNvPr>
          <p:cNvSpPr/>
          <p:nvPr/>
        </p:nvSpPr>
        <p:spPr>
          <a:xfrm>
            <a:off x="4433453" y="3127901"/>
            <a:ext cx="2466109" cy="6059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Connectors</a:t>
            </a:r>
            <a:endParaRPr lang="en-SG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86C0C75-20E9-4979-AC94-C849DF99E78E}"/>
              </a:ext>
            </a:extLst>
          </p:cNvPr>
          <p:cNvSpPr txBox="1"/>
          <p:nvPr/>
        </p:nvSpPr>
        <p:spPr>
          <a:xfrm>
            <a:off x="7058890" y="3003239"/>
            <a:ext cx="46066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SFTP, Salesforce, Kafka,  Solace, Active MQ, Service Now, SharePoint, Compression, Dropbox, Twilio, Anypoint connector</a:t>
            </a:r>
            <a:endParaRPr lang="en-SG" sz="1400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D101DE-7932-40F5-AC90-FDB0E529EF8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3131127" y="2010730"/>
            <a:ext cx="1302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3ECB99A-1DFF-41CD-85EA-74433C580C9E}"/>
              </a:ext>
            </a:extLst>
          </p:cNvPr>
          <p:cNvCxnSpPr>
            <a:endCxn id="35" idx="1"/>
          </p:cNvCxnSpPr>
          <p:nvPr/>
        </p:nvCxnSpPr>
        <p:spPr>
          <a:xfrm>
            <a:off x="3179618" y="2223655"/>
            <a:ext cx="1253835" cy="56040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3643EC6B-06CF-4635-9E06-703D705C32B1}"/>
              </a:ext>
            </a:extLst>
          </p:cNvPr>
          <p:cNvCxnSpPr>
            <a:endCxn id="36" idx="1"/>
          </p:cNvCxnSpPr>
          <p:nvPr/>
        </p:nvCxnSpPr>
        <p:spPr>
          <a:xfrm>
            <a:off x="3131127" y="2396835"/>
            <a:ext cx="1302326" cy="10340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363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161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christhuraj alphonse</dc:creator>
  <cp:lastModifiedBy>arul christhuraj alphonse</cp:lastModifiedBy>
  <cp:revision>110</cp:revision>
  <dcterms:created xsi:type="dcterms:W3CDTF">2022-01-08T12:51:11Z</dcterms:created>
  <dcterms:modified xsi:type="dcterms:W3CDTF">2022-01-08T13:54:35Z</dcterms:modified>
</cp:coreProperties>
</file>